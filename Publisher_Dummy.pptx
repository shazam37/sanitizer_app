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D563-EEE5-699E-8EBB-B050ED81B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7C203-D0C2-77D8-2F48-58E422A97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EC40-3656-7441-57E5-D0AEDD49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5F681-18DB-3A43-BC4C-6495424B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35A08-1E35-88C6-B817-8E52330B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4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0035-C5C3-B977-810E-C1BF570D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BCD2E-B003-5BBE-F904-641054956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5A75A-B7DA-5E0F-2AEB-B5A612F2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F760-559E-72E7-04CE-D0560D6A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5F7D-866A-3B6A-C1AA-D6F29714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3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B1A4-6FFA-65F9-40E2-AE4C08EA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81698-8305-9FA9-7893-B551CA578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03CF3-D9AF-0844-20A6-3A2F3150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67C3-D61C-5AA9-ED21-B2045451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C8F0-8E14-3D32-75E2-DAE67B926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4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2D59-DAC2-5980-A6CC-D40040C5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A10F6-5B85-E16A-E1DC-0726F4870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21E07-FAA1-8214-F92C-DE5CDDFCA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CCFB-A7FE-530A-898F-8AC4436F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E8E8B-5FBF-4680-1DE6-CD6BD610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3662A-CFC0-F7F5-D500-AC72AF7C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0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7094-7087-FC46-086A-77615900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5CD9D-A38F-C7C3-1CF9-2B00CB4FD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6F255-4E57-D693-E431-8C9F4784A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17739-10D8-CF80-F716-272EE4CFC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8F53C-4494-EE7D-A4EE-14ECF6637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EC2C6-6AEF-18E6-8702-AC554273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49A77-B80A-6A9B-5C2D-7E2075852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09AAE-F39F-8714-D5AE-2491953D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5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65BF-4848-468A-991D-C532312D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7962B-0DD9-E556-4F55-14850629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95753-3B65-FB70-CE20-9A54AB1A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F3319-5501-FC81-824C-96EA4257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6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51ACD-EB87-FD51-59E3-3A9839EB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58FF-5820-284C-3215-0CAACF42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138B4-3B7C-1D73-E297-9475F3F5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3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9DFEA-1BF4-C662-B73B-4CE50D12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7B56-E4FE-490E-40AA-89944F877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3C1AC-7E0A-7C3D-B6BD-CA0F88F21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6631A-0D99-2215-EAE4-0F4D8E53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35562-56AE-6ECA-B09B-BE0728D8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2C72F-6C8E-B524-6B02-EE3D3E4A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5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6D19-610A-5EBD-60C9-741C9DE6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404AF-F03C-51E2-1F82-DE93E7EB5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9E099-E6DE-C49F-0990-5E86A2549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7193F-833A-D2B2-EA9D-E0E3A314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3F06E-E1DC-AF7F-BF83-9997B9AB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DEAE2-E414-84E0-E57B-06579289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7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D34C-404C-F6AE-43D7-C6BEB4C4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6507B-19DA-C73A-0EA1-7A3CC25AF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27E3-AFC3-B060-68D0-E47E0072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FC4-11A0-2A84-32E9-10CDAF62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BEAA2-CFC7-775B-A4B8-036EC2BD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0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6C0E4-F5D0-32C2-E4CC-01E9E5FB0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DE927-09AA-5AAA-CDAC-F5A46190E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6E3B9-F68A-C150-467B-571B6918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52F54-D946-74FD-1DA1-0EA2D22E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0ABF7-7124-880E-25BA-3A1B3D42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59F05-4A37-0FAC-D446-C4FB58FA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CA780-5634-827F-179D-CAE50FC5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A74A8-F523-4F86-5583-4474D6590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DDAA8-2C86-4FB4-BAA5-5E8CCBA53C9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A2CF1-530D-9F8E-19F3-E4AEB3D5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C7E53-A231-6114-57C0-172B5B24E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A827C-E923-4DB6-BB7F-8F64C2304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- Baptista Research">
            <a:extLst>
              <a:ext uri="{FF2B5EF4-FFF2-40B4-BE49-F238E27FC236}">
                <a16:creationId xmlns:a16="http://schemas.microsoft.com/office/drawing/2014/main" id="{EA85CA53-51C7-EEF6-A7DB-8E2D17E9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5" y="1016300"/>
            <a:ext cx="3003900" cy="771560"/>
          </a:xfrm>
          <a:prstGeom prst="rect">
            <a:avLst/>
          </a:prstGeom>
        </p:spPr>
      </p:pic>
      <p:pic>
        <p:nvPicPr>
          <p:cNvPr id="5" name="Picture 4" descr="HSBC Logo and symbol, meaning, history, PNG, brand">
            <a:extLst>
              <a:ext uri="{FF2B5EF4-FFF2-40B4-BE49-F238E27FC236}">
                <a16:creationId xmlns:a16="http://schemas.microsoft.com/office/drawing/2014/main" id="{51CD9D6E-8EDB-F297-8B7F-29C9D1C6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34" y="1654629"/>
            <a:ext cx="3514725" cy="1971675"/>
          </a:xfrm>
          <a:prstGeom prst="rect">
            <a:avLst/>
          </a:prstGeom>
        </p:spPr>
      </p:pic>
      <p:pic>
        <p:nvPicPr>
          <p:cNvPr id="6" name="Picture 5" descr="William Blair Investment Management Launches Global Leaders Select  Strategy, Appoints Chandan Khanna as Co-Portfolio Manager">
            <a:extLst>
              <a:ext uri="{FF2B5EF4-FFF2-40B4-BE49-F238E27FC236}">
                <a16:creationId xmlns:a16="http://schemas.microsoft.com/office/drawing/2014/main" id="{CDA25560-53DA-FA93-A25A-0F89A72C2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4" y="4628606"/>
            <a:ext cx="4051982" cy="2120537"/>
          </a:xfrm>
          <a:prstGeom prst="rect">
            <a:avLst/>
          </a:prstGeom>
        </p:spPr>
      </p:pic>
      <p:pic>
        <p:nvPicPr>
          <p:cNvPr id="7" name="Picture 6" descr="Logos | Piper Sandler">
            <a:extLst>
              <a:ext uri="{FF2B5EF4-FFF2-40B4-BE49-F238E27FC236}">
                <a16:creationId xmlns:a16="http://schemas.microsoft.com/office/drawing/2014/main" id="{75CA8DAA-C27C-A766-4530-B3D6E8C32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04" y="3733800"/>
            <a:ext cx="4231008" cy="642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68CAC7-BB7B-910A-7FB3-DC7C15DA337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75" t="19061" r="23975" b="21320"/>
          <a:stretch>
            <a:fillRect/>
          </a:stretch>
        </p:blipFill>
        <p:spPr>
          <a:xfrm>
            <a:off x="8056622" y="982532"/>
            <a:ext cx="1150181" cy="1317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5860DF-FB18-E5E0-B044-59C05A3B756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206" t="18144" r="30206" b="23208"/>
          <a:stretch>
            <a:fillRect/>
          </a:stretch>
        </p:blipFill>
        <p:spPr>
          <a:xfrm>
            <a:off x="8578891" y="2981453"/>
            <a:ext cx="1015669" cy="1504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CD9F93-B71C-DF9C-E10C-4569FEB0145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742" t="22269" r="22492" b="23088"/>
          <a:stretch>
            <a:fillRect/>
          </a:stretch>
        </p:blipFill>
        <p:spPr>
          <a:xfrm>
            <a:off x="9553892" y="5238494"/>
            <a:ext cx="1344499" cy="1317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AC67DF-ADD8-7170-6B41-E639EA7CB60B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141" y="2960721"/>
            <a:ext cx="1762149" cy="17621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CE01E4-FA95-6D42-0281-24F64628233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6142" y="982532"/>
            <a:ext cx="1462566" cy="146256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83F933-1E69-3CF0-B104-7655953427CC}"/>
              </a:ext>
            </a:extLst>
          </p:cNvPr>
          <p:cNvCxnSpPr/>
          <p:nvPr/>
        </p:nvCxnSpPr>
        <p:spPr>
          <a:xfrm>
            <a:off x="6270171" y="165463"/>
            <a:ext cx="0" cy="6248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1726ADF-01C4-5CBE-3D4D-C4792DEB4255}"/>
              </a:ext>
            </a:extLst>
          </p:cNvPr>
          <p:cNvSpPr txBox="1"/>
          <p:nvPr/>
        </p:nvSpPr>
        <p:spPr>
          <a:xfrm>
            <a:off x="391886" y="315686"/>
            <a:ext cx="47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PUBLISHER LOGOS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E06318-B0E3-78EC-B865-737AB432FBF2}"/>
              </a:ext>
            </a:extLst>
          </p:cNvPr>
          <p:cNvSpPr txBox="1"/>
          <p:nvPr/>
        </p:nvSpPr>
        <p:spPr>
          <a:xfrm>
            <a:off x="7086041" y="315686"/>
            <a:ext cx="47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DUMMY LOGOS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061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Vishesh Matreja</dc:creator>
  <cp:lastModifiedBy>Vishesh Matreja</cp:lastModifiedBy>
  <cp:revision>2</cp:revision>
  <dcterms:created xsi:type="dcterms:W3CDTF">2026-08-25T10:32:13Z</dcterms:created>
  <dcterms:modified xsi:type="dcterms:W3CDTF">2026-08-25T10:40:45Z</dcterms:modified>
</cp:coreProperties>
</file>